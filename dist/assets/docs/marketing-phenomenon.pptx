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m4a" ContentType="audio/mp4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svg"/><Relationship Id="rId3" Type="http://schemas.microsoft.com/office/2007/relationships/media" Target="../media/media1.m4a"/><Relationship Id="rId2" Type="http://schemas.openxmlformats.org/officeDocument/2006/relationships/audio" Target="../media/media1.m4a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jpeg"/><Relationship Id="rId3" Type="http://schemas.microsoft.com/office/2007/relationships/media" Target="../media/media2.mp4"/><Relationship Id="rId2" Type="http://schemas.openxmlformats.org/officeDocument/2006/relationships/video" Target="../media/media2.mp4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GIF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GIF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jpeg"/><Relationship Id="rId3" Type="http://schemas.microsoft.com/office/2007/relationships/media" Target="../media/media3.mp4"/><Relationship Id="rId2" Type="http://schemas.openxmlformats.org/officeDocument/2006/relationships/video" Target="../media/media3.mp4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2.jpeg"/><Relationship Id="rId6" Type="http://schemas.microsoft.com/office/2007/relationships/media" Target="../media/media5.mp4"/><Relationship Id="rId5" Type="http://schemas.openxmlformats.org/officeDocument/2006/relationships/video" Target="NULL" TargetMode="External"/><Relationship Id="rId4" Type="http://schemas.openxmlformats.org/officeDocument/2006/relationships/image" Target="../media/image21.jpeg"/><Relationship Id="rId3" Type="http://schemas.microsoft.com/office/2007/relationships/media" Target="../media/media4.mp4"/><Relationship Id="rId2" Type="http://schemas.openxmlformats.org/officeDocument/2006/relationships/video" Target="../media/media4.mp4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4.jpeg"/><Relationship Id="rId3" Type="http://schemas.microsoft.com/office/2007/relationships/media" Target="../media/media6.mp4"/><Relationship Id="rId2" Type="http://schemas.openxmlformats.org/officeDocument/2006/relationships/video" Target="../media/media6.mp4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8.png"/><Relationship Id="rId2" Type="http://schemas.openxmlformats.org/officeDocument/2006/relationships/hyperlink" Target="https://www.bilibili.com/video/BV1rXrCBcER8/?spm_id_from=333.337.search-card.all.click" TargetMode="External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0.png"/><Relationship Id="rId2" Type="http://schemas.openxmlformats.org/officeDocument/2006/relationships/hyperlink" Target="https://www.bilibili.com/video/BV1xgXMBAESC/?spm_id_from=333.337.search-card.all.click&amp;vd_source=d362445e69e6815f4faf0ce4fc8718d3" TargetMode="External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2.png"/><Relationship Id="rId2" Type="http://schemas.openxmlformats.org/officeDocument/2006/relationships/hyperlink" Target="https://www.bilibili.com/video/BV1x59jBxEjC/?spm_id_from=333.337.search-card.all.click&amp;vd_source=d362445e69e6815f4faf0ce4fc8718d3" TargetMode="External"/><Relationship Id="rId1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1000" y="9105900"/>
            <a:ext cx="1028700" cy="10287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audio>
              <p:cMediaNode vol="100000" showWhenStopped="0">
                <p:cTn id="2"/>
                <p:tgtEl>
                  <p:spTgt spid="1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rcRect t="4315" b="4315"/>
          <a:stretch>
            <a:fillRect/>
          </a:stretch>
        </p:blipFill>
        <p:spPr>
          <a:xfrm>
            <a:off x="11955145" y="0"/>
            <a:ext cx="6332855" cy="102869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 descr="水牛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4457700"/>
            <a:ext cx="5135245" cy="48145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 descr="抱抱我抽象日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000" y="4446000"/>
            <a:ext cx="6282690" cy="5235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1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rcRect t="10263" b="25263"/>
          <a:stretch>
            <a:fillRect/>
          </a:stretch>
        </p:blipFill>
        <p:spPr>
          <a:xfrm>
            <a:off x="9238680" y="3728284"/>
            <a:ext cx="4143261" cy="5775786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1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14274989" y="2007400"/>
            <a:ext cx="3741209" cy="8089100"/>
          </a:xfrm>
          <a:prstGeom prst="rect">
            <a:avLst/>
          </a:prstGeom>
        </p:spPr>
      </p:pic>
      <p:pic>
        <p:nvPicPr>
          <p:cNvPr id="27" name="Picture 20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>
                  <p14:trim end="46440.000000"/>
                </p14:media>
              </p:ext>
            </p:extLst>
          </p:nvPr>
        </p:nvPicPr>
        <p:blipFill>
          <a:blip r:embed="rId7"/>
          <a:srcRect t="797" b="797"/>
          <a:stretch>
            <a:fillRect/>
          </a:stretch>
        </p:blipFill>
        <p:spPr>
          <a:xfrm>
            <a:off x="8965743" y="2634545"/>
            <a:ext cx="2373253" cy="5049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  <p:video>
              <p:cMediaNode vol="0">
                <p:cTn id="3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1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13570190" y="2957838"/>
            <a:ext cx="3275199" cy="70815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0">
            <a:hlinkClick r:id="rId2" tooltip="https://www.bilibili.com/video/BV1rXrCBcER8/?spm_id_from=333.337.search-card.all.click"/>
          </p:cNvPr>
          <p:cNvSpPr/>
          <p:nvPr/>
        </p:nvSpPr>
        <p:spPr>
          <a:xfrm>
            <a:off x="10050439" y="4331344"/>
            <a:ext cx="7952628" cy="4477035"/>
          </a:xfrm>
          <a:custGeom>
            <a:avLst/>
            <a:gdLst/>
            <a:ahLst/>
            <a:cxnLst/>
            <a:rect l="l" t="t" r="r" b="b"/>
            <a:pathLst>
              <a:path w="7952628" h="4477035">
                <a:moveTo>
                  <a:pt x="0" y="0"/>
                </a:moveTo>
                <a:lnTo>
                  <a:pt x="7952629" y="0"/>
                </a:lnTo>
                <a:lnTo>
                  <a:pt x="7952629" y="4477035"/>
                </a:lnTo>
                <a:lnTo>
                  <a:pt x="0" y="44770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1" r="-101"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6">
            <a:hlinkClick r:id="rId2" tooltip="https://www.bilibili.com/video/BV1xgXMBAESC/?spm_id_from=333.337.search-card.all.click&amp;vd_source=d362445e69e6815f4faf0ce4fc8718d3"/>
          </p:cNvPr>
          <p:cNvSpPr/>
          <p:nvPr/>
        </p:nvSpPr>
        <p:spPr>
          <a:xfrm>
            <a:off x="11554083" y="1108123"/>
            <a:ext cx="5889161" cy="8441131"/>
          </a:xfrm>
          <a:custGeom>
            <a:avLst/>
            <a:gdLst/>
            <a:ahLst/>
            <a:cxnLst/>
            <a:rect l="l" t="t" r="r" b="b"/>
            <a:pathLst>
              <a:path w="5889161" h="8441131">
                <a:moveTo>
                  <a:pt x="0" y="0"/>
                </a:moveTo>
                <a:lnTo>
                  <a:pt x="5889161" y="0"/>
                </a:lnTo>
                <a:lnTo>
                  <a:pt x="5889161" y="8441131"/>
                </a:lnTo>
                <a:lnTo>
                  <a:pt x="0" y="8441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17">
            <a:hlinkClick r:id="rId2" tooltip="https://www.bilibili.com/video/BV1x59jBxEjC/?spm_id_from=333.337.search-card.all.click&amp;vd_source=d362445e69e6815f4faf0ce4fc8718d3"/>
          </p:cNvPr>
          <p:cNvSpPr/>
          <p:nvPr/>
        </p:nvSpPr>
        <p:spPr>
          <a:xfrm>
            <a:off x="10017005" y="4331344"/>
            <a:ext cx="7986063" cy="4477035"/>
          </a:xfrm>
          <a:custGeom>
            <a:avLst/>
            <a:gdLst/>
            <a:ahLst/>
            <a:cxnLst/>
            <a:rect l="l" t="t" r="r" b="b"/>
            <a:pathLst>
              <a:path w="7986063" h="4477035">
                <a:moveTo>
                  <a:pt x="0" y="0"/>
                </a:moveTo>
                <a:lnTo>
                  <a:pt x="7986063" y="0"/>
                </a:lnTo>
                <a:lnTo>
                  <a:pt x="7986063" y="4477035"/>
                </a:lnTo>
                <a:lnTo>
                  <a:pt x="0" y="44770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61" baseType="lpstr">
      <vt:lpstr>Arial</vt:lpstr>
      <vt:lpstr>宋体</vt:lpstr>
      <vt:lpstr>Wingdings</vt:lpstr>
      <vt:lpstr>可画标题黑-简</vt:lpstr>
      <vt:lpstr>Zcool XiaoWei</vt:lpstr>
      <vt:lpstr>AC Feel Free Bold Italics</vt:lpstr>
      <vt:lpstr>可画朵朵体-简</vt:lpstr>
      <vt:lpstr>AC Feel Free Bold</vt:lpstr>
      <vt:lpstr>可画小禅趣-简</vt:lpstr>
      <vt:lpstr>可画书写行楷-简</vt:lpstr>
      <vt:lpstr>字由文艺黑</vt:lpstr>
      <vt:lpstr>可画悠然宋-简</vt:lpstr>
      <vt:lpstr>可画悠然宋-简 Bold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Arial</vt:lpstr>
      <vt:lpstr>思源黑体-细体</vt:lpstr>
      <vt:lpstr>AC Feel Free Bold</vt:lpstr>
      <vt:lpstr>AC Feel Free Bold Italics</vt:lpstr>
      <vt:lpstr>Zcool XiaoWei</vt:lpstr>
      <vt:lpstr>可画书写行楷-简</vt:lpstr>
      <vt:lpstr>可画悠然宋-简 Bold</vt:lpstr>
      <vt:lpstr>可画标题黑-简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抽象</dc:title>
  <dc:creator/>
  <cp:lastModifiedBy>许璐</cp:lastModifiedBy>
  <cp:revision>3</cp:revision>
  <dcterms:created xsi:type="dcterms:W3CDTF">2026-04-08T03:19:37Z</dcterms:created>
  <dcterms:modified xsi:type="dcterms:W3CDTF">2026-04-08T03:19:37Z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{"Label":"1","ContentProducer":"001191110105MA01AN806X00000","ProduceID":"DAHGFUuiVC8","ReservedCode1":"","ContentPropagator":"001191110105MA01AN806X00000","PropagateID":"DAHGFUuiVC8","ReservedCode2":""}</vt:lpwstr>
  </property>
  <property fmtid="{D5CDD505-2E9C-101B-9397-08002B2CF9AE}" pid="3" name="ICV">
    <vt:lpwstr>05E34CB580CE1980B7C6D569F1D87F3A_43</vt:lpwstr>
  </property>
  <property fmtid="{D5CDD505-2E9C-101B-9397-08002B2CF9AE}" pid="4" name="KSOProductBuildVer">
    <vt:lpwstr>2052-7.2.2.8955</vt:lpwstr>
  </property>
</Properties>
</file>